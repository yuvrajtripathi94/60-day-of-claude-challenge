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PromptArena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prompt across every leading AI model. Compare. Vote. Decide.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 ·  60-DAY CLAUDE AI MASTERY CHALLENGE  ·  DAY 51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92640" y="914400"/>
            <a:ext cx="1463040" cy="1463040"/>
          </a:xfrm>
          <a:prstGeom prst="ellipse">
            <a:avLst/>
          </a:prstGeom>
          <a:solidFill>
            <a:srgbClr val="3FA796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2011680"/>
            <a:ext cx="914400" cy="914400"/>
          </a:xfrm>
          <a:prstGeom prst="ellipse">
            <a:avLst/>
          </a:prstGeom>
          <a:solidFill>
            <a:srgbClr val="F2A65A">
              <a:alpha val="9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LLM is guesswork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Tab-switching chaos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copy-paste the same prompt into 3-4 different chat apps just to compare answers.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20116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F4F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286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over reality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301752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leaderboards rarely reflect how a model performs on your actual use case.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55280" y="20116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F4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286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 of past tests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301752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tabs close, the comparison is gone — no history, no way to revisit or share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A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 in. Every model's answer, side by side.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PromptArena lets a user submit a single prompt, run it in parallel across multiple LLM providers, and instantly see the responses laid out for direct comparison.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A1B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576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Prompt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36576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36576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3FA79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6576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36576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26480" y="36576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A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6576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Side-by-Side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0" y="36576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69680" y="36576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3FA796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36576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&amp; Save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anyone who has to pick a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/ AI Students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real differences between LLMs for coursework and side projects.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76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which model API is worth integrating, before committing budget.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4F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96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best-written response for blogs, captions, and emails.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96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&amp; Hobbyists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casual, structured benchmarking without extra tooling.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FEATURE SET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ships in the first release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75104"/>
            <a:ext cx="201168" cy="20116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/ log in with saved history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752344"/>
            <a:ext cx="201168" cy="20116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calls to 2-3 LLM providers per prompt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529584"/>
            <a:ext cx="201168" cy="20116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474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view with response time + token estimate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1975104"/>
            <a:ext cx="201168" cy="20116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voting on the best response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09360" y="2752344"/>
            <a:ext cx="201168" cy="20116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comparison history dashboard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09360" y="3529584"/>
            <a:ext cx="201168" cy="20116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474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shareable link for any comparison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A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(PROPOSED)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Free-tier, student-friendly, familiar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(Vite) + Tailwind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83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5303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(free tier)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468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JWT-based auth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34290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OpenAI (+ Gemini)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48463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4983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5303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Render (free tiers)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justification for each choice happens on Day 52 (System Design).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10-DAY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to deployed v1.0 — Days 51 to 60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3FA7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+ Blueprint + Pitch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01368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/>
        </p:spPr>
      </p:sp>
      <p:sp>
        <p:nvSpPr>
          <p:cNvPr id="8" name="Text 6"/>
          <p:cNvSpPr/>
          <p:nvPr/>
        </p:nvSpPr>
        <p:spPr>
          <a:xfrm>
            <a:off x="1801368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55648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62656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/>
        </p:spPr>
      </p:sp>
      <p:sp>
        <p:nvSpPr>
          <p:cNvPr id="11" name="Text 9"/>
          <p:cNvSpPr/>
          <p:nvPr/>
        </p:nvSpPr>
        <p:spPr>
          <a:xfrm>
            <a:off x="2962656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16936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Foundation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23944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4123944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78224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Integration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85232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285232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9512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Core UI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46520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+ History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07808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7607808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62088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+ Polish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769096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8769096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23376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930384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9930384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84664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1091672" y="23774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11091672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45952" y="28803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+ Launch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is deliberately lean: max 3 model providers, no streaming, no team accounts in v1.0.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it.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52 begins system design — architecture, database schema, and API contracts, straight from this plan.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Komal  ·  60-Day Claude AI Mastery Challenge  ·  github.com/komal1234469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2026-07-26T15:45:08Z</dcterms:created>
  <dcterms:modified xsi:type="dcterms:W3CDTF">2026-07-26T15:45:08Z</dcterms:modified>
</cp:coreProperties>
</file>